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esla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12191695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2560320"/>
            <a:ext cx="12191695" cy="20116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0"/>
            <a:ext cx="121916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特斯拉 Model 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DCDCDC"/>
                </a:solidFill>
              </a:defRPr>
            </a:pPr>
            <a:r>
              <a:t>TESLA MODEL 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20624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4B4B4"/>
                </a:solidFill>
              </a:defRPr>
            </a:pPr>
            <a:r>
              <a:t>未来出行，电动智能SUV新标杆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车型概述</a:t>
            </a:r>
          </a:p>
        </p:txBody>
      </p:sp>
      <p:pic>
        <p:nvPicPr>
          <p:cNvPr id="4" name="Picture 3" descr="tesla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</a:defRPr>
            </a:pPr>
            <a:r>
              <a:t>特斯拉Model Y是一款纯电动中型SUV</a:t>
            </a:r>
            <a:br/>
            <a:br/>
            <a:r>
              <a:t>延续特斯拉家族设计语言</a:t>
            </a:r>
            <a:br/>
            <a:r>
              <a:t>流线型车身、极简内饰、高科技感</a:t>
            </a:r>
            <a:br/>
            <a:br/>
            <a:r>
              <a:t>NEDC续航最高达660km</a:t>
            </a:r>
            <a:br/>
            <a:r>
              <a:t>0-100km/h加速仅需5秒</a:t>
            </a:r>
            <a:br/>
            <a:br/>
            <a:r>
              <a:t>支持V3超级充电</a:t>
            </a:r>
            <a:br/>
            <a:r>
              <a:t>充电15分钟可行驶250km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外观设计</a:t>
            </a:r>
          </a:p>
        </p:txBody>
      </p:sp>
      <p:pic>
        <p:nvPicPr>
          <p:cNvPr id="4" name="Picture 3" descr="tesla_rea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极简主义设计语言</a:t>
            </a:r>
            <a:br/>
            <a:br/>
            <a:r>
              <a:t>• 封闭式前格栅，彰显纯电身份</a:t>
            </a:r>
            <a:br/>
            <a:r>
              <a:t>• 隐藏式门把手，降低风阻</a:t>
            </a:r>
            <a:br/>
            <a:r>
              <a:t>• 全景天幕玻璃，通透视野</a:t>
            </a:r>
            <a:br/>
            <a:r>
              <a:t>• 空气动力学优化</a:t>
            </a:r>
            <a:br/>
            <a:r>
              <a:t>  风阻系数仅0.23Cd</a:t>
            </a:r>
            <a:br/>
            <a:br/>
            <a:r>
              <a:t>车身尺寸：4750×1921×1624mm</a:t>
            </a:r>
            <a:br/>
            <a:r>
              <a:t>轴距：2890mm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内饰空间</a:t>
            </a:r>
          </a:p>
        </p:txBody>
      </p:sp>
      <p:pic>
        <p:nvPicPr>
          <p:cNvPr id="4" name="Picture 3" descr="tesla_interi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</a:defRPr>
            </a:pPr>
            <a:r>
              <a:t>15英寸中控大屏</a:t>
            </a:r>
            <a:br/>
            <a:r>
              <a:t>整合所有车辆控制功能</a:t>
            </a:r>
            <a:br/>
            <a:br/>
            <a:r>
              <a:t>全景玻璃天幕</a:t>
            </a:r>
            <a:br/>
            <a:r>
              <a:t>带来直升机般的视野体验</a:t>
            </a:r>
            <a:br/>
            <a:br/>
            <a:r>
              <a:t>• Nappa真皮座椅</a:t>
            </a:r>
            <a:br/>
            <a:r>
              <a:t>• 前排座椅加热/通风</a:t>
            </a:r>
            <a:br/>
            <a:r>
              <a:t>• 电动尾门</a:t>
            </a:r>
            <a:br/>
            <a:r>
              <a:t>• 521L超大后备箱</a:t>
            </a:r>
            <a:br/>
            <a:br/>
            <a:r>
              <a:t>支持哨兵模式、露营模式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动力性能</a:t>
            </a:r>
          </a:p>
        </p:txBody>
      </p:sp>
      <p:pic>
        <p:nvPicPr>
          <p:cNvPr id="4" name="Picture 3" descr="tesla_driv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双电机全轮驱动</a:t>
            </a:r>
            <a:br/>
            <a:br/>
            <a:r>
              <a:t>• Performance高性能版</a:t>
            </a:r>
            <a:br/>
            <a:r>
              <a:t>  峰值功率 357kW</a:t>
            </a:r>
            <a:br/>
            <a:r>
              <a:t>  峰值扭矩 659N·m</a:t>
            </a:r>
            <a:br/>
            <a:r>
              <a:t>  0-100km/h: 3.7秒</a:t>
            </a:r>
            <a:br/>
            <a:br/>
            <a:r>
              <a:t>• 长续航全轮驱动版</a:t>
            </a:r>
            <a:br/>
            <a:r>
              <a:t>  峰值功率 331kW</a:t>
            </a:r>
            <a:br/>
            <a:r>
              <a:t>  0-100km/h: 5.0秒</a:t>
            </a:r>
            <a:br/>
            <a:br/>
            <a:r>
              <a:t>• 后轮驱动版</a:t>
            </a:r>
            <a:br/>
            <a:r>
              <a:t>  0-100km/h: 6.9秒</a:t>
            </a:r>
            <a:br/>
            <a:br/>
            <a:r>
              <a:t>极速 250km/h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续航与充电</a:t>
            </a:r>
          </a:p>
        </p:txBody>
      </p:sp>
      <p:pic>
        <p:nvPicPr>
          <p:cNvPr id="4" name="Picture 3" descr="tesla_charg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超长续航 告别里程焦虑</a:t>
            </a:r>
            <a:br/>
            <a:br/>
            <a:r>
              <a:t>• 后驱版：554km（CLTC）</a:t>
            </a:r>
            <a:br/>
            <a:r>
              <a:t>• 长续航全驱：688km（CLTC）</a:t>
            </a:r>
            <a:br/>
            <a:r>
              <a:t>• Performance高功：615km（CLTC）</a:t>
            </a:r>
            <a:br/>
            <a:br/>
            <a:r>
              <a:t>V3超级充电站</a:t>
            </a:r>
            <a:br/>
            <a:br/>
            <a:r>
              <a:t>• 充电15分钟 = 行驶250km</a:t>
            </a:r>
            <a:br/>
            <a:r>
              <a:t>• 全国已建设2000+超级充电站</a:t>
            </a:r>
            <a:br/>
            <a:r>
              <a:t>• 支持第三方充电桩</a:t>
            </a:r>
            <a:br/>
            <a:br/>
            <a:r>
              <a:t>首任车主终身免费超级充电服务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智能科技</a:t>
            </a:r>
          </a:p>
        </p:txBody>
      </p:sp>
      <p:pic>
        <p:nvPicPr>
          <p:cNvPr id="4" name="Picture 3" descr="tesla_autopi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Autopilot 自动辅助驾驶</a:t>
            </a:r>
            <a:br/>
            <a:br/>
            <a:r>
              <a:t>• 增强版自动辅助驾驶（EAP）</a:t>
            </a:r>
            <a:br/>
            <a:r>
              <a:t>• 完全自动驾驶能力（FSD）</a:t>
            </a:r>
            <a:br/>
            <a:r>
              <a:t>• 自动变道、自动泊车</a:t>
            </a:r>
            <a:br/>
            <a:r>
              <a:t>• 智能召唤功能</a:t>
            </a:r>
            <a:br/>
            <a:br/>
            <a:r>
              <a:t>OTA远程软件升级</a:t>
            </a:r>
            <a:br/>
            <a:br/>
            <a:r>
              <a:t>• 不断进化越开越好开</a:t>
            </a:r>
            <a:br/>
            <a:r>
              <a:t>• 最新引入抖音/游戏/灯光秀</a:t>
            </a:r>
            <a:br/>
            <a:r>
              <a:t>• 哨兵模式保护爱车</a:t>
            </a:r>
            <a:br/>
            <a:br/>
            <a:r>
              <a:t>车载系统：高通骁龙处理器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安全性能</a:t>
            </a:r>
          </a:p>
        </p:txBody>
      </p:sp>
      <p:pic>
        <p:nvPicPr>
          <p:cNvPr id="4" name="Picture 3" descr="tesla_safe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188720"/>
            <a:ext cx="576072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全球安全评级榜首</a:t>
            </a:r>
            <a:br/>
            <a:br/>
            <a:r>
              <a:t>• NHTSA 5星安全评级</a:t>
            </a:r>
            <a:br/>
            <a:r>
              <a:t>• E-NCAP 5星安全评级</a:t>
            </a:r>
            <a:br/>
            <a:r>
              <a:t>• 乘客安全保护设计</a:t>
            </a:r>
            <a:br/>
            <a:br/>
            <a:r>
              <a:t>主动安全配置</a:t>
            </a:r>
            <a:br/>
            <a:br/>
            <a:r>
              <a:t>• 前撞预警、自动紧急制动</a:t>
            </a:r>
            <a:br/>
            <a:r>
              <a:t>• 侧撞预警</a:t>
            </a:r>
            <a:br/>
            <a:r>
              <a:t>• 盲点监测</a:t>
            </a:r>
            <a:br/>
            <a:r>
              <a:t>• 车道偏离防避</a:t>
            </a:r>
            <a:br/>
            <a:br/>
            <a:r>
              <a:t>纯电动平台</a:t>
            </a:r>
            <a:br/>
            <a:r>
              <a:t>低重心、均衡前后配重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D2D2D"/>
                </a:solidFill>
              </a:defRPr>
            </a:pPr>
            <a:r>
              <a:t>价格与版本</a:t>
            </a:r>
          </a:p>
        </p:txBody>
      </p:sp>
      <p:pic>
        <p:nvPicPr>
          <p:cNvPr id="4" name="Picture 3" descr="tesla_famil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</a:defRPr>
            </a:pPr>
            <a:r>
              <a:t>2024款在售版本</a:t>
            </a:r>
            <a:br/>
            <a:br/>
            <a:r>
              <a:t>后轮驱动版</a:t>
            </a:r>
            <a:br/>
            <a:r>
              <a:t>¥249,900</a:t>
            </a:r>
            <a:br/>
            <a:r>
              <a:t>续航554km | 0-100 6.9秒</a:t>
            </a:r>
            <a:br/>
            <a:br/>
            <a:r>
              <a:t>长续航全轮驱动版</a:t>
            </a:r>
            <a:br/>
            <a:r>
              <a:t>¥299,900</a:t>
            </a:r>
            <a:br/>
            <a:r>
              <a:t>续航688km | 0-100 5.0秒</a:t>
            </a:r>
            <a:br/>
            <a:br/>
            <a:r>
              <a:t>Performance高性能版</a:t>
            </a:r>
            <a:br/>
            <a:r>
              <a:t>¥354,900</a:t>
            </a:r>
            <a:br/>
            <a:r>
              <a:t>续航615km | 0-100 3.7秒</a:t>
            </a:r>
            <a:br/>
            <a:br/>
            <a:r>
              <a:t>价格含补贴，免购置税</a:t>
            </a:r>
            <a:br/>
            <a:r>
              <a:t>上海工厂直售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5603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感谢观看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4B4B4"/>
                </a:solidFill>
              </a:defRPr>
            </a:pPr>
            <a:r>
              <a:t>TESLA MODEL 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3891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C3232"/>
                </a:solidFill>
              </a:defRPr>
            </a:pPr>
            <a:r>
              <a:t>加速世界向可持续能源的转变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