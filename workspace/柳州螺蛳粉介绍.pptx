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uosifen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21916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柳州螺蛳粉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F37"/>
                </a:solidFill>
              </a:defRPr>
            </a:pPr>
            <a:r>
              <a:t>LIUZHOU LUOSIFEN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一碗粉，一座城，一种非遗传承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2323"/>
                </a:solidFill>
              </a:defRPr>
            </a:pPr>
            <a:r>
              <a:t>什么是螺蛳粉？</a:t>
            </a:r>
          </a:p>
        </p:txBody>
      </p:sp>
      <p:pic>
        <p:nvPicPr>
          <p:cNvPr id="4" name="Picture 3" descr="luosifen_ingredi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</a:defRPr>
            </a:pPr>
            <a:r>
              <a:t>柳州螺蛳粉，是以石螺为主料熬成粉汤，</a:t>
            </a:r>
            <a:br/>
            <a:r>
              <a:t>烫上"干榨粉"，再辅以配料制成的广西传统小吃。</a:t>
            </a:r>
            <a:br/>
            <a:br/>
            <a:r>
              <a:t>以其"酸辣鲜爽烫"五大特点著称，</a:t>
            </a:r>
            <a:br/>
            <a:r>
              <a:t>被誉为柳州美食的代表作。</a:t>
            </a:r>
            <a:br/>
            <a:br/>
            <a:r>
              <a:t>米粉劲道弹牙，汤底由石螺、猪骨</a:t>
            </a:r>
            <a:br/>
            <a:r>
              <a:t>及多种香料熬制而成，配料丰富多样。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2323"/>
                </a:solidFill>
              </a:defRPr>
            </a:pPr>
            <a:r>
              <a:t>历史渊源</a:t>
            </a:r>
          </a:p>
        </p:txBody>
      </p:sp>
      <p:pic>
        <p:nvPicPr>
          <p:cNvPr id="4" name="Picture 3" descr="luosifen_hi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• 2万年前：柳州先民在白莲洞遗址开始捞取螺蚌为食</a:t>
            </a:r>
            <a:br/>
            <a:r>
              <a:t>• 1980年代：柳州夜市繁荣，米粉与螺蛳结合</a:t>
            </a:r>
            <a:br/>
            <a:r>
              <a:t>• 民间创造：将米粉和螺蛳汤底结合的美食诞生</a:t>
            </a:r>
            <a:br/>
            <a:r>
              <a:t>• 2010年代：袋装螺蛳粉兴起，销往全国</a:t>
            </a:r>
            <a:br/>
            <a:r>
              <a:t>• 2021年：柳州螺蛳粉制作技艺列入国家级非遗</a:t>
            </a:r>
            <a:br/>
            <a:br/>
            <a:r>
              <a:t>柳州螺蛳粉文化，是柳州人民智慧与勤劳的结晶。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2323"/>
                </a:solidFill>
              </a:defRPr>
            </a:pPr>
            <a:r>
              <a:t>制作工艺与原料</a:t>
            </a:r>
          </a:p>
        </p:txBody>
      </p:sp>
      <p:pic>
        <p:nvPicPr>
          <p:cNvPr id="4" name="Picture 3" descr="luosifen_coo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【主要原料】</a:t>
            </a:r>
            <a:br/>
            <a:r>
              <a:t>• 干榨粉：柳州本地大米制作的干米粉</a:t>
            </a:r>
            <a:br/>
            <a:r>
              <a:t>• 石螺：熬制汤底的灵魂食材</a:t>
            </a:r>
            <a:br/>
            <a:r>
              <a:t>• 猪骨：提供鲜美的汤底底味</a:t>
            </a:r>
            <a:br/>
            <a:br/>
            <a:r>
              <a:t>【灵魂配料】</a:t>
            </a:r>
            <a:br/>
            <a:r>
              <a:t>• 酸笋：发酵酸笋，独特酸香</a:t>
            </a:r>
            <a:br/>
            <a:r>
              <a:t>• 花生米：香脆可口</a:t>
            </a:r>
            <a:br/>
            <a:r>
              <a:t>• 腐竹：豆香浓郁</a:t>
            </a:r>
            <a:br/>
            <a:r>
              <a:t>• 木耳/黄花菜：丰富口感</a:t>
            </a:r>
            <a:br/>
            <a:r>
              <a:t>• 辣椒油：提味增香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2323"/>
                </a:solidFill>
              </a:defRPr>
            </a:pPr>
            <a:r>
              <a:t>特色风味</a:t>
            </a:r>
          </a:p>
        </p:txBody>
      </p:sp>
      <p:pic>
        <p:nvPicPr>
          <p:cNvPr id="4" name="Picture 3" descr="luosifen_ta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柳州螺蛳粉的核心风味：酸、辣、鲜、爽、烫</a:t>
            </a:r>
            <a:br/>
            <a:br/>
            <a:r>
              <a:t>【酸】发酵酸笋，自然酸香，开胃健脾</a:t>
            </a:r>
            <a:br/>
            <a:r>
              <a:t>【辣】地道辣椒油，辣而不燥，回味无穷</a:t>
            </a:r>
            <a:br/>
            <a:r>
              <a:t>【鲜】石螺与猪骨熬制8小时以上，汤鲜味美</a:t>
            </a:r>
            <a:br/>
            <a:r>
              <a:t>【爽】米粉劲道弹牙，配料丰富爽脆</a:t>
            </a:r>
            <a:br/>
            <a:r>
              <a:t>【烫】现煮热汤，温热入口，暖胃暖心</a:t>
            </a:r>
            <a:br/>
            <a:br/>
            <a:r>
              <a:t>这一碗"五味融合"的美食，</a:t>
            </a:r>
            <a:br/>
            <a:r>
              <a:t>完美诠释了广西人的饮食智慧。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2323"/>
                </a:solidFill>
              </a:defRPr>
            </a:pPr>
            <a:r>
              <a:t>产业链发展</a:t>
            </a:r>
          </a:p>
        </p:txBody>
      </p:sp>
      <p:pic>
        <p:nvPicPr>
          <p:cNvPr id="4" name="Picture 3" descr="luosifen_indust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从"小米粉"到"大产业"的华丽转身</a:t>
            </a:r>
            <a:br/>
            <a:br/>
            <a:r>
              <a:t>【市场规模】</a:t>
            </a:r>
            <a:br/>
            <a:r>
              <a:t>• 2020年产值超100亿元</a:t>
            </a:r>
            <a:br/>
            <a:r>
              <a:t>• 预包装螺蛳粉企业达300余家</a:t>
            </a:r>
            <a:br/>
            <a:r>
              <a:t>• 出口至欧美、东南亚等30多个国家和地区</a:t>
            </a:r>
            <a:br/>
            <a:br/>
            <a:r>
              <a:t>【产业链条】</a:t>
            </a:r>
            <a:br/>
            <a:r>
              <a:t>• 上游：原材料种植与养殖</a:t>
            </a:r>
            <a:br/>
            <a:r>
              <a:t>• 中游：生产加工与包装</a:t>
            </a:r>
            <a:br/>
            <a:r>
              <a:t>• 下游：电商平台与线下销售</a:t>
            </a:r>
            <a:br/>
            <a:r>
              <a:t>• 配套：物流运输、调料供应</a:t>
            </a:r>
            <a:br/>
            <a:br/>
            <a:r>
              <a:t>【创新发展】</a:t>
            </a:r>
            <a:br/>
            <a:r>
              <a:t>直播带货、跨界联名、预制菜...</a:t>
            </a:r>
            <a:br/>
            <a:r>
              <a:t>柳州螺蛳粉正在走向世界。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2323"/>
                </a:solidFill>
              </a:defRPr>
            </a:pPr>
            <a:r>
              <a:t>非遗传承</a:t>
            </a:r>
          </a:p>
        </p:txBody>
      </p:sp>
      <p:pic>
        <p:nvPicPr>
          <p:cNvPr id="4" name="Picture 3" descr="luosifen_heri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2021年6月，国务院批准将</a:t>
            </a:r>
            <a:br/>
            <a:r>
              <a:t>"柳州螺蛳粉制作技艺"列入</a:t>
            </a:r>
            <a:br/>
            <a:r>
              <a:t>第五批国家级非物质文化遗产名录</a:t>
            </a:r>
            <a:br/>
            <a:br/>
            <a:r>
              <a:t>【传承价值】</a:t>
            </a:r>
            <a:br/>
            <a:r>
              <a:t>• 千年饮食文化的活态传承</a:t>
            </a:r>
            <a:br/>
            <a:r>
              <a:t>• 柳州城市名片的文化符号</a:t>
            </a:r>
            <a:br/>
            <a:r>
              <a:t>• 民族饮食智慧的非遗瑰宝</a:t>
            </a:r>
            <a:br/>
            <a:br/>
            <a:r>
              <a:t>【保护与发展】</a:t>
            </a:r>
            <a:br/>
            <a:r>
              <a:t>• 建立传承人培养机制</a:t>
            </a:r>
            <a:br/>
            <a:r>
              <a:t>• 制定标准化制作规范</a:t>
            </a:r>
            <a:br/>
            <a:r>
              <a:t>• 推动产业与文化融合发展</a:t>
            </a:r>
            <a:br/>
            <a:br/>
            <a:r>
              <a:t>柳州螺蛳粉，正在以崭新的姿态，</a:t>
            </a:r>
            <a:br/>
            <a:r>
              <a:t>讲述中国美食的故事。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F3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柳州螺蛳粉 · 非遗传承 · 走向世界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